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B9A5"/>
                </a:solidFill>
              </a:defRPr>
            </a:pPr>
            <a:r>
              <a:t>CAPSTONE PROJECT I</a:t>
            </a:r>
          </a:p>
          <a:p>
            <a:pPr>
              <a:defRPr sz="4200" b="1">
                <a:solidFill>
                  <a:srgbClr val="F5F8FC"/>
                </a:solidFill>
              </a:defRPr>
            </a:pPr>
            <a: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AFBED0"/>
                </a:solidFill>
              </a:defRPr>
            </a:pPr>
            <a:r>
              <a:t>Ganesh Gampa</a:t>
            </a:r>
          </a:p>
          <a:p>
            <a:pPr>
              <a:spcAft>
                <a:spcPts val="900"/>
              </a:spcAft>
              <a:defRPr sz="1500">
                <a:solidFill>
                  <a:srgbClr val="AFBED0"/>
                </a:solidFill>
              </a:defRPr>
            </a:pPr>
            <a:r>
              <a:t>SQL  •  Python  •  Streamlit</a:t>
            </a:r>
          </a:p>
          <a:p>
            <a:pPr>
              <a:spcAft>
                <a:spcPts val="900"/>
              </a:spcAft>
              <a:defRPr sz="1500">
                <a:solidFill>
                  <a:srgbClr val="AFBED0"/>
                </a:solidFill>
              </a:defRPr>
            </a:pPr>
            <a:r>
              <a:t>Performance  •  AUM  •  SIP Inflows  •  Risk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Project Overview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Raw CSV files → ETL / Data Cleaning → SQLite database (mutual_funds.db)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Analytics layer powered by Python and Pandas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Interactive presentation layer built with Streamlit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Git used for version control and 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23560"/>
            <a:ext cx="10515600" cy="658368"/>
          </a:xfrm>
          <a:prstGeom prst="roundRect">
            <a:avLst/>
          </a:prstGeom>
          <a:solidFill>
            <a:srgbClr val="142637"/>
          </a:solidFill>
          <a:ln>
            <a:solidFill>
              <a:srgbClr val="23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Data flow: CSVs → Python ETL → SQLite → Analytics →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Data Cleaning &amp;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Handle missing and inconsistent values before analysis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Standardize date formats for reliable time-series analysis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Map and normalize fund house and category information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Automated scripts: clean_and_load.py and elt.py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Load cleaned data into mutual_funds.db for repeatable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23560"/>
            <a:ext cx="10515600" cy="658368"/>
          </a:xfrm>
          <a:prstGeom prst="roundRect">
            <a:avLst/>
          </a:prstGeom>
          <a:solidFill>
            <a:srgbClr val="142637"/>
          </a:solidFill>
          <a:ln>
            <a:solidFill>
              <a:srgbClr val="23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Goal: clean, consistent, analysis-ready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Exploratory Data Analysis (EDA)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Identify top-performing fund houses by Assets Under Management (AUM)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Analyze monthly SIP inflow growth and investor activity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Compare category-wise AUM and SIP distribution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Use trends to reveal growth patterns and concentration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Convert raw data into business-focused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23560"/>
            <a:ext cx="10515600" cy="658368"/>
          </a:xfrm>
          <a:prstGeom prst="roundRect">
            <a:avLst/>
          </a:prstGeom>
          <a:solidFill>
            <a:srgbClr val="142637"/>
          </a:solidFill>
          <a:ln>
            <a:solidFill>
              <a:srgbClr val="23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Key views: AUM leaders • SIP growth • Category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Advanced Risk Metrics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Sharpe Ratio — risk-adjusted return relative to total volatility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Sortino Ratio — risk-adjusted return focused on downside volatility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Volatility — measure of return variability and risk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Benchmark comparison — evaluate relative performance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Implemented through advanced_risk_metrics.py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23560"/>
            <a:ext cx="10515600" cy="658368"/>
          </a:xfrm>
          <a:prstGeom prst="roundRect">
            <a:avLst/>
          </a:prstGeom>
          <a:solidFill>
            <a:srgbClr val="142637"/>
          </a:solidFill>
          <a:ln>
            <a:solidFill>
              <a:srgbClr val="23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Objective: balance return performance with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</a:defRPr>
            </a:pPr>
            <a:r>
              <a:t>Streamlit Dashboard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Interactive UI for fund categories, AUM, SIP inflows, NAV trends, and risk metrics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Visual assets include category_distribution.png and NAV trend charts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Filter-driven exploration makes portfolio patterns easier to interpret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Key takeaway: combine performance, flows, scale, and risk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</a:defRPr>
            </a:pPr>
            <a:r>
              <a:t>• Conclusion: SQL + Python + Streamlit create a reproducible analytics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623560"/>
            <a:ext cx="10515600" cy="658368"/>
          </a:xfrm>
          <a:prstGeom prst="roundRect">
            <a:avLst/>
          </a:prstGeom>
          <a:solidFill>
            <a:srgbClr val="142637"/>
          </a:solidFill>
          <a:ln>
            <a:solidFill>
              <a:srgbClr val="23B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Final takeaway: transform mutual fund data into actionable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3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ED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