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Final capstone presentation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ETL, performance analytics, investor behavior, and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Create a reliable mutual fund analytics workflow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Measure scale, returns, risk, flows, and investor activity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Deliver a decision-ready four-page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10 raw CSV datasets covering funds, NAV, benchmarks, flows, holdings, and transactions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40 schemes and 32,778 investor transactions in the supplied data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Cleaned outputs are stored in data/processed/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Architecture and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Raw CSVs -&gt; pathlib ETL -&gt; cleaned CSVs -&gt; SQLite star-style tables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Metrics layer computes annualized return, Sharpe, Beta, drawdown, and VaR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Streamlit and exported PDF/PNG dashboard consume the same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EDA Highlights: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AUM trend and AMC concentration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SIP inflow and folio growth context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Explicit units distinguish lakh crore, crore, and folios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EDA Highlights: Investors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Transaction value split by SIP, lumpsum, and redemption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State, age-group, city-tier, and monthly volume comparisons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Cohort table supports operational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Annualization uses 252 trading days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Sharpe uses a 6% annual risk-free rate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Beta is aligned to the NIFTY50 benchmark series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Performance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Top one-year return: ABSL Small Cap Fund - Regular - Growth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Metrics computed for 40 funds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Scorecard balances return, risk-adjusted return, and volatility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Dashboard: Industry and Performance</a:t>
            </a:r>
          </a:p>
        </p:txBody>
      </p:sp>
      <p:pic>
        <p:nvPicPr>
          <p:cNvPr id="3" name="Picture 2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Dashboard: Investors and Market Trends</a:t>
            </a:r>
          </a:p>
        </p:txBody>
      </p:sp>
      <p:pic>
        <p:nvPicPr>
          <p:cNvPr id="3" name="Picture 2" descr="Page_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Key Findings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Use filters to compare fund houses, categories, plans, and investor cohorts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Treat historical risk metrics and recommender scores as decision support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Schedule controlled data refreshes before production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3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Bluestock FinTech Mutual Fund Analytics Capstone</a:t>
            </a:r>
          </a:p>
          <a:p>
            <a:pPr>
              <a:spcAft>
                <a:spcPts val="1800"/>
              </a:spcAft>
              <a:defRPr sz="2000">
                <a:solidFill>
                  <a:srgbClr val="102A43"/>
                </a:solidFill>
              </a:defRPr>
            </a:pPr>
            <a:r>
              <a:t>Repository includes scripts, notebooks, SQL, dashboard exports, and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